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D152EE-4BF8-8499-E187-23561DDAFBF5}" v="79" dt="2026-09-29T16:15:12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29.09.2026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Proposta</a:t>
            </a:r>
            <a:r>
              <a:rPr lang="de-DE" dirty="0"/>
              <a:t> de </a:t>
            </a:r>
            <a:r>
              <a:rPr lang="de-DE" dirty="0" err="1"/>
              <a:t>Evento</a:t>
            </a:r>
            <a:r>
              <a:rPr lang="de-DE" dirty="0"/>
              <a:t> de </a:t>
            </a:r>
            <a:r>
              <a:rPr lang="de-DE" dirty="0" err="1"/>
              <a:t>Extensão</a:t>
            </a:r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Tipo de </a:t>
            </a:r>
            <a:r>
              <a:rPr lang="de-DE" dirty="0" err="1"/>
              <a:t>Evento</a:t>
            </a:r>
            <a:r>
              <a:rPr lang="de-DE" dirty="0"/>
              <a:t>:</a:t>
            </a:r>
            <a:endParaRPr lang="pt-BR" dirty="0"/>
          </a:p>
          <a:p>
            <a:r>
              <a:rPr lang="de-DE" dirty="0"/>
              <a:t>Tema/</a:t>
            </a:r>
            <a:r>
              <a:rPr lang="de-DE" dirty="0" err="1"/>
              <a:t>Título</a:t>
            </a:r>
            <a:r>
              <a:rPr lang="de-DE" dirty="0"/>
              <a:t> do </a:t>
            </a:r>
            <a:r>
              <a:rPr lang="de-DE" dirty="0" err="1"/>
              <a:t>Evento</a:t>
            </a:r>
            <a:r>
              <a:rPr lang="de-DE" dirty="0"/>
              <a:t>:</a:t>
            </a:r>
          </a:p>
          <a:p>
            <a:r>
              <a:rPr lang="de-DE" dirty="0"/>
              <a:t>Público Alvo:</a:t>
            </a:r>
          </a:p>
          <a:p>
            <a:r>
              <a:rPr lang="de-DE" dirty="0" err="1"/>
              <a:t>Contato</a:t>
            </a:r>
            <a:r>
              <a:rPr lang="de-DE" dirty="0"/>
              <a:t>: (</a:t>
            </a:r>
            <a:r>
              <a:rPr lang="de-DE" dirty="0" err="1"/>
              <a:t>já</a:t>
            </a:r>
            <a:r>
              <a:rPr lang="de-DE" dirty="0"/>
              <a:t> </a:t>
            </a:r>
            <a:r>
              <a:rPr lang="de-DE" dirty="0" err="1"/>
              <a:t>realizado</a:t>
            </a:r>
            <a:r>
              <a:rPr lang="de-DE" dirty="0"/>
              <a:t>?)</a:t>
            </a:r>
          </a:p>
          <a:p>
            <a:r>
              <a:rPr lang="de-DE" dirty="0"/>
              <a:t>Data/</a:t>
            </a:r>
            <a:r>
              <a:rPr lang="de-DE" dirty="0" err="1"/>
              <a:t>Horário</a:t>
            </a:r>
            <a:r>
              <a:rPr lang="de-DE" dirty="0"/>
              <a:t>: ( </a:t>
            </a:r>
            <a:r>
              <a:rPr lang="de-DE" dirty="0" err="1"/>
              <a:t>Confirmado</a:t>
            </a:r>
            <a:r>
              <a:rPr lang="de-DE" dirty="0"/>
              <a:t>?)</a:t>
            </a:r>
          </a:p>
          <a:p>
            <a:r>
              <a:rPr lang="de-DE" dirty="0" err="1"/>
              <a:t>Etapas</a:t>
            </a:r>
            <a:r>
              <a:rPr lang="de-DE" dirty="0"/>
              <a:t> do </a:t>
            </a:r>
            <a:r>
              <a:rPr lang="de-DE" dirty="0" err="1"/>
              <a:t>Planejamento</a:t>
            </a:r>
            <a:r>
              <a:rPr lang="de-DE" dirty="0"/>
              <a:t>/</a:t>
            </a:r>
            <a:r>
              <a:rPr lang="de-DE" dirty="0" err="1"/>
              <a:t>Preparação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Proposta de Evento de Extensão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</cp:revision>
  <dcterms:created xsi:type="dcterms:W3CDTF">2026-09-29T16:12:13Z</dcterms:created>
  <dcterms:modified xsi:type="dcterms:W3CDTF">2026-09-29T16:15:24Z</dcterms:modified>
</cp:coreProperties>
</file>